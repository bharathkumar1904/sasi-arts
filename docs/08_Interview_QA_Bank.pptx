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estions" id="{363ac4c2-062a-3914-6457-48c384a9147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Interview Q and A Bank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Interview Q and A Bank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D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Interview Q and A Bank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40 questions with short answers drawn from the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Frontend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Backend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Database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Payments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Security (4)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Deployment and general (4)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Frontend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vanilla JavaScript?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Small catalogue, simple interactions, no build step, SEO-friendly. I can name when I would move to React: more screens and shared state.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is cart state kept?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state object saved to localStorage with saveState() after every change, so a refresh keeps the cart.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does customization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Modal collects photos, text, size and material into item.customization on the cart item; photos upload to Supabase Storage.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is it responsive?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Media queries at 768, 600 and 480 px, flexbox and grid, a hamburger menu and single-column layouts on mobile.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Frontend and rendering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are products loaded?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Cached or sample products render first; Supabase products are fetched, merged (DB wins), cached and re-rendered.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What is a weakness of your frontend?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innerHTML with unescaped text, and one large app.js. I would escape output and split into modules.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18661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18661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110101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 you keep stale files away?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Versioned script URLs (?v=34), no-cache HTML headers and a data hash that clears stale product cache.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18661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18661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110101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does search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shopSearchProducts filters the product list in the browser by name and category.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Backend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Explain your API architecture.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Three Vercel serverless functions: razorpay-order (create, verify), shipping (pincode charge), supabase-proxy (REST relay).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does an order get created?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After verified payment the browser saves orders and order_items to Supabase and keeps a local copy.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do you validate input?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Server checks amount greater than zero, required verify fields and known actions; the form requires delivery fields.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do you handle API failures?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Toasts with reasons, fallback API URL, separate saves, local copy, client-side shipping estimate.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Backend and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Why serverless?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 server to run, secrets in env vars, deploys with the site, scales per request.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is shipping calculated?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Pincode ranges map to zone charges from Rs 50 to Rs 250 in api/shipping.js; unmatched pincodes cost Rs 100.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Is GST a percentage?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No. A flat configured amount (23.33) is added; all-inclusive items skip it. A percentage rule is an improvement.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What would you add to the API?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Server-side pricing, webhook, CORS allow-list, proxy allow-list, rate limiting and tests.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246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39661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Explain your schema.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15 tables. orders 1-N order_items; products 1-N order_items and reviews; customers 1-N orders; plus marketing and B2B tables.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246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39661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Why JSONB for customization?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Fields vary by product; JSONB avoids many nullable columns and still allows querying.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987673"/>
            <a:ext cx="5454396" cy="22302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87673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79113"/>
            <a:ext cx="5308092" cy="210223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How would you optimize queries?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Add indexes on order_items(order_id) and orders(created_at), paginate, select columns, use full-text search.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987673"/>
            <a:ext cx="5454396" cy="22302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987673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79113"/>
            <a:ext cx="5308092" cy="210223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Why copy product name and price into order_items?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To keep order history correct if a product is later renamed or repriced.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Database and RLS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is RLS?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Row-level security: PostgreSQL policies that decide which rows anonymous or authenticated users may read or write.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does the anon key allow?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Only what policies permit: read catalog, insert orders and leads, read orders for tracking, upload images.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62299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62299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53739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is a weakness in your policies?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Public read on orders exposes customer data. I would use a restricted lookup function.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62299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62299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53739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How is inventory handled?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stock column exists; automatic transactional decrement is planned, not implemented.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Payments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Explain the Razorpay flow.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Create order on server, open Checkout, receive signature, verify HMAC on server, then save the order.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How do you prevent fake confirmation?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server recomputes HMAC-SHA256 of order_id|payment_id with the secret and compares to the signature.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Payment succeeds but order save fails?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Code retries separately and keeps a local copy; reconcile via payment_id. A webhook is the robust fix.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Why paise and Math.round?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Razorpay needs integer paise; rounding removes float errors like 23.33 × 100.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Payments and WhatsApp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6194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3393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Why Razorpay?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Supports UPI, cards and netbanking for Indian customers with a simple Checkout and Node SDK.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6194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3393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How does WhatsApp ordering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prefilled message with product details opens a wa.me click-to-chat link; no API is called.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24986"/>
            <a:ext cx="5454396" cy="23929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24986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16426"/>
            <a:ext cx="5308092" cy="226491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What if the user closes the payment popup?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ondismiss shows "Payment cancelled"; nothing is saved and the cart stays.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24986"/>
            <a:ext cx="5454396" cy="23929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24986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16426"/>
            <a:ext cx="5308092" cy="226491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Can a user pay a lower amount?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Today the amount comes from the browser. I would recompute it on the server.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Where are secrets stored?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Razorpay secret in Vercel environment variables. Public keys (anon, Razorpay key id, EmailJS) are in config.js.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is admin protected?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Supabase Auth login, JWT in sessionStorage, policies require authenticated role, separate admin page.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do you protect customer data?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Collect less, restrict anonymous reads, HTTPS, role-based admin, retention and audit logging.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are uploads validated?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Browser checks type and 10 MB; the bucket allows only JPEG, PNG, WebP, GIF up to 10 MB.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Deployment and general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How is it deployed?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Push to GitHub, Vercel serves static files and runs /api functions; env vars set in the dashboard.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Does it have tests or CI/CD?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Not yet. Planned: Jest, Playwright, GitHub Actions and preview deployments.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What breaks first under load?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free-tier database. Add pagination, caching and a paid plan.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What are you proudest of?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Server-side payment verification, dual ordering paths, and a resilient local-then-sync data layer.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Q and A Bank – Sasi Arts</dc:title>
  <dc:subject>PptxGenJS Presentation</dc:subject>
  <dc:creator>P. Bharath Kumar</dc:creator>
  <cp:lastModifiedBy>P. Bharath Kumar</cp:lastModifiedBy>
  <cp:revision>1</cp:revision>
  <dcterms:created xsi:type="dcterms:W3CDTF">2026-10-08T04:00:02Z</dcterms:created>
  <dcterms:modified xsi:type="dcterms:W3CDTF">2026-10-08T04:00:02Z</dcterms:modified>
</cp:coreProperties>
</file>
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yments" id="{25f78b7e-c470-507c-f499-21f4e304ca7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paths exist to convert customers who would not complete a normal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 this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"server-side verification is implemented" confidently, and name the webhook as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percentage GST.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12 and 13 in the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is a deep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webhook and server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Payments, Razorpay and WhatsApp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Payments, Razorpay and WhatsApp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20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Payments, Razorpay and WhatsApp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Two ordering paths, server-side signature verification, price calculation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Why two ordering paths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Razorpay sequence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HMAC signature verification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Price, GST and shipping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Failure scenarios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WhatsApp ordering flow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ordering paths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48097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Razorpay checkout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For standard priced products. Customers pay by UPI, card or netbanking and the order is created automatically.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48097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WhatsApp ordering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For custom quotes, blood art, sketches and anyone who prefers to talk first. Cart details go into a prefilled message.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48097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Corporate enquiry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bulk-order form stores company, quantity, budget and GST need in the corporate_orders table.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sequence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733334"/>
                <a:gridCol w="2658335"/>
                <a:gridCol w="7700004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From → To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Customer → Website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Fills delivery form; pincode triggers /api/shipping for the charge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Website → Backend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POST create with total × 100 paise; server calls Razorpay orders.create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Backend → Website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Returns order_id; Checkout modal opens with the public key 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Customer → Razorpay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Pays with UPI, card or netbanking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Website → Backend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Handler receives payment_id and signature; POST verify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Backend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Recomputes HMAC-SHA256 with the secret; answers verified true or 400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7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Website → Supabase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If verified: save orders and order_items, keep a local copy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Website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Clear cart, send EmailJS invoice to admin, show Order 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4937760" cy="40599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= HMAC_SHA256(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secret = RAZORPAY_KEY_SECRET,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  = razorpay_order_id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+ '|'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razorpay_payment_id 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expected === razorpay_signature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-&gt; verified: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-&gt; 400 Invalid payment signature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97880" y="1280160"/>
            <a:ext cx="5742432" cy="14557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880" y="1280160"/>
            <a:ext cx="57424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71032" y="1371600"/>
            <a:ext cx="5596128" cy="13277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What it proves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Razorpay signed this order and payment pair with the shared secret. Editing the front-end cannot forge 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97880" y="2918799"/>
            <a:ext cx="574243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2918799"/>
            <a:ext cx="574243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71032" y="3010239"/>
            <a:ext cx="559612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Where the secret lives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Vercel environment variable. The browser only has the public key id.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897880" y="4294039"/>
            <a:ext cx="574243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4294039"/>
            <a:ext cx="57424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71032" y="4385479"/>
            <a:ext cx="559612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8520A"/>
                </a:solidFill>
              </a:rPr>
              <a:t>Honest limit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The order is then saved from the browser. A webhook would confirm payments even if the tab closes.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GST and shipping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8348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910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7D6"/>
                </a:solidFill>
              </a:rPr>
              <a:t>Subtotal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Sum of item totals, including "N for Rs X" offers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89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8348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910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20A"/>
                </a:solidFill>
              </a:rPr>
              <a:t>+ GST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Flat Rs 23.33 (TAX_AMOUNT)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89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8348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910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20A"/>
                </a:solidFill>
              </a:rPr>
              <a:t>+ Shipping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Pincode zone charge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890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8348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9103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14A"/>
                </a:solidFill>
              </a:rPr>
              <a:t>= Total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Sent to Razorpay as total × 100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629408"/>
            <a:ext cx="35753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29408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720848"/>
            <a:ext cx="3429000" cy="2615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All-inclusive items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If every cart item is marked allInclusive, GST and shipping are set to zero.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629408"/>
            <a:ext cx="35753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629408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720848"/>
            <a:ext cx="3429000" cy="2615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GST is flat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code adds a fixed configured amount, not a percentage. Say this plainly if asked.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629408"/>
            <a:ext cx="357530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629408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720848"/>
            <a:ext cx="3429000" cy="2615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Rounding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Server uses Math.round on the paise amount.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09291"/>
                <a:gridCol w="4545767"/>
                <a:gridCol w="3636614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Behavior today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Better design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Fake or tampered payment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Verify returns 400; order not saved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Same, plus alert on repeated failures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User closes checkout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"Payment cancelled" toast; cart untouched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Abandoned-cart reminder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Paid but database save fails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Saves order and items separately, keeps local copy; reconcile using payment_id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Razorpay webhook creates the order server-side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Verification request fails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Error toast asking to contact support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Retry with idempotency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Browser total manipulated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Server trusts the amount sent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Recompute total on server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ordering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365760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w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891"/>
            <a:ext cx="5486400" cy="27301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65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WhatsApp order from the live site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63640" y="1280160"/>
            <a:ext cx="5376672" cy="1561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63640" y="1280160"/>
            <a:ext cx="537667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6792" y="1371600"/>
            <a:ext cx="5230368" cy="143315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How it works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The app builds a text message (product, size, material, custom text) and opens a wa.me link with encodeURIComponent.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63640" y="3024209"/>
            <a:ext cx="5376672" cy="1561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3024209"/>
            <a:ext cx="537667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36792" y="3115649"/>
            <a:ext cx="5230368" cy="143315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B8520A"/>
                </a:solidFill>
              </a:rPr>
              <a:t>Not an API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No WhatsApp Business API call: it is a click-to-chat link to the shop number in config.js.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263640" y="4768257"/>
            <a:ext cx="5376672" cy="12667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4768257"/>
            <a:ext cx="537667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4859697"/>
            <a:ext cx="5230368" cy="113876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7714A"/>
                </a:solidFill>
              </a:rPr>
              <a:t>Why it helps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Custom quotes and personal assistance without a payment gateway.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Webhook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payment.captured creates or confirms the order on the server.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Server pricing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Totals computed from database prices.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Idempotency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Prevent duplicate orders on retries using the Razorpay order id.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Payment status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Store failed and pending states and refund handling.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GST rules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Percentage GST by product category and invoice numbering.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Notifications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Customer email or WhatsApp confirmation, not only admin invoice.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Payments, Razorpay and WhatsApp – Sasi Arts</dc:title>
  <dc:subject>PptxGenJS Presentation</dc:subject>
  <dc:creator>P. Bharath Kumar</dc:creator>
  <cp:lastModifiedBy>P. Bharath Kumar</cp:lastModifiedBy>
  <cp:revision>1</cp:revision>
  <dcterms:created xsi:type="dcterms:W3CDTF">2026-10-08T04:00:01Z</dcterms:created>
  <dcterms:modified xsi:type="dcterms:W3CDTF">2026-10-08T04:00:01Z</dcterms:modified>
</cp:coreProperties>
</file>
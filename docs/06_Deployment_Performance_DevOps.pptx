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vOps" id="{6ef97be5-ba15-ca3a-6a5c-9ac5020a9c4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DEPLOYMENT.md in the repo documents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secrets from public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Trade-off: fewer cache hits for fresher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quote numbers you did not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automated tests are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"what breaks first?" with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Deployment, Performance and DevOps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Deployment, Performance and DevOps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71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Deployment, Performance and DevOps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Vercel hosting, caching, SEO, testing and scaling thoughts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Deployment pipeline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Configuration and environments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Caching strategy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Performance and SEO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Testing and CI/CD plan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Git push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GitHub main branch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Vercel deploy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files plus /api functions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CDN + functions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from edge; API on demand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Live site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sasi-arts.vercel.app and custom domain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No build step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site is plain files, so deployment is copying files and installing the razorpay package for the API.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Environment variables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RAZORPAY_KEY_ID and RAZORPAY_KEY_SECRET are set in the Vercel dashboard.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Database setup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schema.sql and storage.sql are run once in the Supabase SQL editor.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by location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70142"/>
                <a:gridCol w="462153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Where it lives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Razorpay secret and key id for the server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Vercel environment variables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Supabase URL and anon key, Razorpay public key, EmailJS ids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js/config.js (public values)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API base URL fallback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config.js API_BASE_URL (vercel.app host)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Store info, categories, tax amount, WhatsApp number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config.js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Headers and caching rules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vercel.json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vercel.json headers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HTML is served no-cache; JS and CSS use max-age=0 with must-revalidate so updates appear after deploy.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Versioned URLs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Scripts load as app.js?v=34 so a new version forces a fresh download.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Data hash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CACHE_VERSION is derived from the sample data; a change clears stale cached products.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Service worker cleanup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Inline scripts unregister old service workers and clear caches to avoid stale files.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SEO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Performance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Lazy-loaded images, IntersectionObserver animations, no framework bundle, preconnect to font hosts, product list cached in localStorage.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SEO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sitemap.xml, robots.txt, canonical URL, Open Graph and meta tags in the repository.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3167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Analytics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README mentions Google Analytics, but no analytics script is in index.html. Do not claim it.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03167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Not measured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 Lighthouse or load-test numbers are claimed. Run Lighthouse and report real scores before quoting any.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CI/CD plan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200001"/>
                <a:gridCol w="2933335"/>
                <a:gridCol w="5958336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Unit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Manual testing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Jest tests for shipping zones, price calculation and HMAC check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End to end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Manual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Playwright: browse, customize, checkout in Razorpay test mode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CI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None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GitHub Actions: lint and tests on every push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Preview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Vercel deploys from Git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Use preview deployments per pull request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Monitoring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Console logs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Error tracking and uptime alerts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thinking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Static content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Served from a CDN, so it scales with traffic.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Serverless API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Functions scale per request; cold starts and execution limits apply.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7793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Database is the limit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single Supabase instance on a free plan is the likely bottleneck; check current plan limits.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77793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Growth steps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Pagination, full-text search, query caching, image CDN and a webhook-driven order pipeline.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Deployment, Performance and DevOps – Sasi Arts</dc:title>
  <dc:subject>PptxGenJS Presentation</dc:subject>
  <dc:creator>P. Bharath Kumar</dc:creator>
  <cp:lastModifiedBy>P. Bharath Kumar</cp:lastModifiedBy>
  <cp:revision>1</cp:revision>
  <dcterms:created xsi:type="dcterms:W3CDTF">2026-10-08T04:00:02Z</dcterms:created>
  <dcterms:modified xsi:type="dcterms:W3CDTF">2026-10-08T04:00:02Z</dcterms:modified>
</cp:coreProperties>
</file>
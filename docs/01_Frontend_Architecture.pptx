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end" id="{55ca3278-7bfb-c8fa-d567-0e24fa7089c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reasoning. Interviewers want to hear trade-offs, not framework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counts measured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saveState and why localStorage was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numeric performance claims are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to demo while explaining responsiveness.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weaknesses yourself builds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2457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Frontend Architecture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2457D6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Frontend Architecture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D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SASI ARTS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Frontend Architecture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Vanilla JavaScript single-page storefront: state, rendering, UI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Why no framework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Code structure and script order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State management with localStorage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Rendering and data loading pipeline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Responsive design and performance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Honest improvements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sasi-arts.vercel.app  ·  github.com/bharathkumar1904/sasi-arts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no-framework single-page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Decision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HTML5, CSS3 and ES6 JavaScript only. No React, no bundler, no build step.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Reasons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Small catalogue with simple interactions. Easy to edit and deploy. Search engines read plain HTML.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Trade-off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DOM updates are manual and app.js is large (1,863 lines). A component framework would scale better.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Script order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config.js → data.js → supabase.js → app.js, each versioned with ?v=34 for cache-busting.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84048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CDN libraries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Razorpay Checkout, EmailJS browser SDK, Font Awesome 6.5, Google Fonts (Playfair Display, Poppins).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84048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How to say it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"I chose the simplest tool that fits the problem, and I can explain exactly when I would move to React."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933335"/>
                <a:gridCol w="1283334"/>
                <a:gridCol w="6875003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Lines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D6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index.html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797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Storefront markup: all sections, modals, drawers in one page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css/style.css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1,584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All storefront styling, media queries, animations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js/config.js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43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Store settings, public keys, categories, tax and API base URL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js/data.js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47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Sample products, gallery items and reviews (offline fallback)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js/supabase.js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307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REST client for Supabase, storage upload, CRUD helpers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js/app.js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1,863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State, rendering, cart, checkout, payment, tracking, forms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admin/index.html + admin/js/admin.js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1,145 (JS)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Separate admin panel, loaded only on /admin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with localStorage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480560" cy="4206240"/>
          </a:xfrm>
          <a:prstGeom prst="roundRect">
            <a:avLst>
              <a:gd name="adj" fmla="val 130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4297680" cy="40599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simplified from js/app.js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cart, wishlist, wkItems,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orders, viewedProducts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saveState('cart')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localStorage 'sasiCart'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 keys: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sasiOrders, sasiWKItems,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sasiRecent, sasiWishlist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03520" y="1280160"/>
            <a:ext cx="63367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1280160"/>
            <a:ext cx="633679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76672" y="1371600"/>
            <a:ext cx="6190488" cy="115214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457D6"/>
                </a:solidFill>
              </a:rPr>
              <a:t>Single state object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Cart, wishlist, WhatsApp Kart items, orders and recently viewed products live in one place.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303520" y="2743200"/>
            <a:ext cx="63367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2743200"/>
            <a:ext cx="633679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76672" y="2834640"/>
            <a:ext cx="6190488" cy="115214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457D6"/>
                </a:solidFill>
              </a:rPr>
              <a:t>Persist on every change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Each mutation calls saveState(key), so a page refresh never loses the cart or customization.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303520" y="4206240"/>
            <a:ext cx="63367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4206240"/>
            <a:ext cx="633679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76672" y="4297680"/>
            <a:ext cx="6190488" cy="115214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B8520A"/>
                </a:solidFill>
              </a:rPr>
              <a:t>Limits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Per browser, not per user: no cross-device cart. Orders also go to Supabase for the owner.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669280"/>
            <a:ext cx="73152" cy="50292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6692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Interview line: "State is explicit and persisted. The cost is manual re-rendering after each change."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and data loading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Page load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Products from cache or data.js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459736" y="166649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43784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9504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Fetch DB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loadProductsFromDB() async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6649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38928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4648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Merge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DB wins over samples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50024" y="166649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34072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79792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Cache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Saved to localStorage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45168" y="166649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729216" y="1280160"/>
            <a:ext cx="1911096" cy="1138428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74936" y="1316736"/>
            <a:ext cx="1819656" cy="106527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renderAll()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Categories, products, cart, reviews, deal, QR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738628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38628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2830068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Resilient rendering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Each render function runs inside try/catch, so one failing section cannot blank the page.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4306824" y="2738628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6824" y="2738628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79976" y="2830068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Template strings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HTML is built as strings and set with innerHTML. Fast to write, but values must be escaped.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8065008" y="2738628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2738628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2830068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Search and filter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shopSearchProducts matches name and category; category filter and sort are select controls.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and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Breakpoints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Media queries at 768, 767, 600 and 480 px. Navigation becomes a hamburger dropdown; multi-column grids collapse to one column.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CSS Grid and Flexbox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Product grids, builder layout, deal banner and forms re-flow without JavaScript.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Lazy loading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Product images use loading="lazy" so off-screen images are not fetched early.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5854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65854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257294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Scroll animations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IntersectionObserver triggers animations only when sections enter the viewport.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165854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165854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257294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No framework bundle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Only small CDN scripts load; there is no large JavaScript bundle to parse.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165854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165854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257294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Caching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Versioned script URLs and a data hash clear stale cached products after changes.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tour: real screenshots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84048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29630"/>
            <a:ext cx="3566160" cy="17072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30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Homepage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224528" y="1463040"/>
            <a:ext cx="3566160" cy="384048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565292"/>
            <a:ext cx="3566160" cy="16359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24528" y="5330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Categories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074152" y="1463040"/>
            <a:ext cx="3566160" cy="384048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10" name="Image 2" descr="pro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2522944"/>
            <a:ext cx="3566160" cy="17206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74152" y="5330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Product catalogue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improvements and talking 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Escape dynamic HTML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Search text and product names reach innerHTML. Use textContent or an escape helper to prevent script injection.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Split app.js into modules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Separate cart, checkout, tracking and rendering into ES modules.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Adopt components when needed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If the catalogue and features grow, move to a component framework with a router.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Accessibility and tests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Add keyboard focus management, aria labels and Playwright end-to-end tests.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Architecture – Sasi Arts</dc:title>
  <dc:subject>PptxGenJS Presentation</dc:subject>
  <dc:creator>P. Bharath Kumar</dc:creator>
  <cp:lastModifiedBy>P. Bharath Kumar</cp:lastModifiedBy>
  <cp:revision>1</cp:revision>
  <dcterms:created xsi:type="dcterms:W3CDTF">2026-10-07T09:52:15Z</dcterms:created>
  <dcterms:modified xsi:type="dcterms:W3CDTF">2026-10-07T09:52:15Z</dcterms:modified>
</cp:coreProperties>
</file>
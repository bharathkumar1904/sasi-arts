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eatures" id="{881d8322-725d-e27b-c305-d0160bd25b6f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Say what this deck covers and that every detail comes from the repository.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Counts come from the project documentation and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 selection lives in the builder wizard, not the modal.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where is customization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form fields.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customer login is needed for tracking.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 edits update the live catalogue through Supabase.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show product thinking beyond checkout.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Features, Customization and Admin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T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82296" cy="56692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86272"/>
                </a:solidFill>
              </a:rPr>
              <a:t>Features, Customization and Admin  |  Sasi Arts  |  P. Bharath Kumar  |  2400030010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1B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B3FA0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8FB0FF"/>
                </a:solidFill>
              </a:rPr>
              <a:t>SASI ARTS · INTERVIEW DEEP-DIVE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28016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2F4F7"/>
                </a:solidFill>
              </a:rPr>
              <a:t>Features, Customization and Admin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0DA"/>
                </a:solidFill>
              </a:rPr>
              <a:t>Product walkthrough with real screenshots and the data behind each feature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34747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Feature map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Product customization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How customization data flows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Cart, checkout and tracking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Admin panel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E6EDF3"/>
                </a:solidFill>
              </a:rPr>
              <a:t>Engagement features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61264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B0FF"/>
                </a:solidFill>
              </a:rPr>
              <a:t>P. Bharath Kumar  ·  Student ID 2400030010  ·  sasi-arts.vercel.app  ·  github.com/bharathkumar1904/sasi-arts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Shop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Catalogue with search, sort and category filter; 22 sample products across the configured categories.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Customize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Photo upload, custom text, size and material in the product modal; a 3-step builder with live preview.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Order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Razorpay checkout or WhatsApp order, with pincode shipping and GST.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4003167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Track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Five-step status lookup by Order ID.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4003167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Manage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Admin panel with 11 tabs: products, orders, leads, offers, invoices and more.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4003167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4003167"/>
            <a:ext cx="3575304" cy="6400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4094607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334155"/>
                </a:solidFill>
              </a:rPr>
              <a:t>Grow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Deal countdown, reviews, wishlist, QR codes, gift reminders, corporate enquiry, newsletter.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customization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035040" cy="43891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cus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00052"/>
            <a:ext cx="6035040" cy="434933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696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Customize modal on the live site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280160"/>
            <a:ext cx="4873752" cy="15560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280160"/>
            <a:ext cx="48737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9712" y="1371600"/>
            <a:ext cx="4727448" cy="14279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2457D6"/>
                </a:solidFill>
              </a:rPr>
              <a:t>Inputs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Photos (drag and drop or picker, multiple), custom text, size and material from product options.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6766560" y="3019044"/>
            <a:ext cx="4873752" cy="127711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3019044"/>
            <a:ext cx="4873752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9712" y="3110484"/>
            <a:ext cx="4727448" cy="114909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6B3FA0"/>
                </a:solidFill>
              </a:rPr>
              <a:t>Builder wizard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Category → product → customize, with a font-style selector and live preview.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6766560" y="4479036"/>
            <a:ext cx="4873752" cy="1556004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4479036"/>
            <a:ext cx="487375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39712" y="4570476"/>
            <a:ext cx="4727448" cy="1427988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7714A"/>
                </a:solidFill>
              </a:rPr>
              <a:t>Validation</a:t>
            </a:r>
            <a:endParaRPr lang="en-US" sz="2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800" dirty="0">
                <a:solidFill>
                  <a:srgbClr val="161B22"/>
                </a:solidFill>
              </a:rPr>
              <a:t>Image type and 10 MB limit in the browser; bucket allows only JPEG, PNG, WebP, GIF.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customization data flows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2457D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457D6"/>
                </a:solidFill>
              </a:rPr>
              <a:t>Choose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Product, size, material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2459736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843784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8520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889504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20A"/>
                </a:solidFill>
              </a:rPr>
              <a:t>Upload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Photo to Supabase Storage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138928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6B3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184648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3FA0"/>
                </a:solidFill>
              </a:rPr>
              <a:t>Add to cart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item.customization built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050024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434072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1771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479792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714A"/>
                </a:solidFill>
              </a:rPr>
              <a:t>Persist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localStorage sasiCart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9345168" y="1565783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86272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729216" y="1280160"/>
            <a:ext cx="1911096" cy="937006"/>
          </a:xfrm>
          <a:prstGeom prst="roundRect">
            <a:avLst>
              <a:gd name="adj" fmla="val 7807"/>
            </a:avLst>
          </a:prstGeom>
          <a:solidFill>
            <a:srgbClr val="FFFFFF"/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74936" y="1316736"/>
            <a:ext cx="1819656" cy="863854"/>
          </a:xfrm>
          <a:prstGeom prst="rect">
            <a:avLst/>
          </a:prstGeom>
          <a:noFill/>
          <a:ln/>
        </p:spPr>
        <p:txBody>
          <a:bodyPr wrap="square" lIns="25400" tIns="50800" rIns="50800" bIns="254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3261E"/>
                </a:solidFill>
              </a:rPr>
              <a:t>Order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61B22"/>
                </a:solidFill>
              </a:rPr>
              <a:t>order_items.customization (JSONB)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2537206"/>
            <a:ext cx="4937760" cy="2377440"/>
          </a:xfrm>
          <a:prstGeom prst="roundRect">
            <a:avLst>
              <a:gd name="adj" fmla="val 2308"/>
            </a:avLst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610358"/>
            <a:ext cx="4754880" cy="2231136"/>
          </a:xfrm>
          <a:prstGeom prst="rect">
            <a:avLst/>
          </a:prstGeom>
          <a:noFill/>
          <a:ln/>
        </p:spPr>
        <p:txBody>
          <a:bodyPr wrap="square" lIns="50800" tIns="76200" rIns="76200" bIns="5080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customization: 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text:     'Happy Birthday',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size:     '8x10',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material: 'Acrylic',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photos:   [ storage URLs ]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illustrative values; shape from app.js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669280" y="2537206"/>
            <a:ext cx="59710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669280" y="2537206"/>
            <a:ext cx="597103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742432" y="2628646"/>
            <a:ext cx="5824728" cy="9692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2457D6"/>
                </a:solidFill>
              </a:rPr>
              <a:t>Refresh safe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Cart items, including photo URLs, survive a reload.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5669280" y="3817366"/>
            <a:ext cx="5971032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0" y="3817366"/>
            <a:ext cx="597103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742432" y="3908806"/>
            <a:ext cx="5824728" cy="9692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900" b="1" dirty="0">
                <a:solidFill>
                  <a:srgbClr val="B8520A"/>
                </a:solidFill>
              </a:rPr>
              <a:t>If upload fails</a:t>
            </a:r>
            <a:endParaRPr lang="en-US" sz="19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700" dirty="0">
                <a:solidFill>
                  <a:srgbClr val="161B22"/>
                </a:solidFill>
              </a:rPr>
              <a:t>A local preview is kept and the user sees a message.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and checkout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926080" cy="448056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c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486" y="1280160"/>
            <a:ext cx="2444389" cy="44805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788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Cart and delivery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749040" y="1280160"/>
            <a:ext cx="7891272" cy="11983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749040" y="1280160"/>
            <a:ext cx="789127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22192" y="1371600"/>
            <a:ext cx="7744968" cy="10703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457D6"/>
                </a:solidFill>
              </a:rPr>
              <a:t>Cart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Quantity controls, offer pricing such as "N for Rs X", persisted in localStorage.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749040" y="2661412"/>
            <a:ext cx="7891272" cy="1198372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749040" y="2661412"/>
            <a:ext cx="789127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822192" y="2752852"/>
            <a:ext cx="7744968" cy="1070356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B8520A"/>
                </a:solidFill>
              </a:rPr>
              <a:t>Delivery form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Name, phone, address, city, state, pincode. Entering a pincode fetches the shipping charge.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3749040" y="4042664"/>
            <a:ext cx="7891272" cy="9504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749040" y="4042664"/>
            <a:ext cx="789127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22192" y="4134104"/>
            <a:ext cx="7744968" cy="8224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7714A"/>
                </a:solidFill>
              </a:rPr>
              <a:t>Totals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Subtotal + flat GST + shipping; all-inclusive items skip GST and shipping.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3749040" y="5176012"/>
            <a:ext cx="7891272" cy="950468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749040" y="5176012"/>
            <a:ext cx="7891272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22192" y="5267452"/>
            <a:ext cx="7744968" cy="822452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B3261E"/>
                </a:solidFill>
              </a:rPr>
              <a:t>Pay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Razorpay Checkout opens; on verified payment the order is saved.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tracking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035040" cy="39319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tra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84509"/>
            <a:ext cx="6035040" cy="29232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2395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Track order by ID (with QR codes)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766560" y="1280160"/>
            <a:ext cx="4873752" cy="13597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0" y="1280160"/>
            <a:ext cx="4873752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39712" y="1371600"/>
            <a:ext cx="4727448" cy="123173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2457D6"/>
                </a:solidFill>
              </a:rPr>
              <a:t>Order ID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ORD- plus the timestamp in base 36, created when payment is verified.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766560" y="2822787"/>
            <a:ext cx="4873752" cy="135974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766560" y="2822787"/>
            <a:ext cx="4873752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39712" y="2914227"/>
            <a:ext cx="4727448" cy="123173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17714A"/>
                </a:solidFill>
              </a:rPr>
              <a:t>Lookup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Local orders first, then a Supabase query by id.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6766560" y="4365413"/>
            <a:ext cx="4873752" cy="16696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766560" y="4365413"/>
            <a:ext cx="4873752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39712" y="4456853"/>
            <a:ext cx="4727448" cy="15416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B8520A"/>
                </a:solidFill>
              </a:rPr>
              <a:t>Statuses</a:t>
            </a:r>
            <a:endParaRPr lang="en-US" sz="2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000" dirty="0">
                <a:solidFill>
                  <a:srgbClr val="161B22"/>
                </a:solidFill>
              </a:rPr>
              <a:t>Order Placed, Processing, Production, Shipped, Delivered. Admin updates the value.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panel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30175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4" name="Image 0" descr="das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131" y="1280160"/>
            <a:ext cx="4381698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3251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Dashboard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6199632" y="1280160"/>
            <a:ext cx="5440680" cy="3017520"/>
          </a:xfrm>
          <a:prstGeom prst="rect">
            <a:avLst/>
          </a:prstGeom>
          <a:solidFill>
            <a:srgbClr val="E8EBF0"/>
          </a:solidFill>
          <a:ln w="9525">
            <a:solidFill>
              <a:srgbClr val="D9DEE5"/>
            </a:solidFill>
            <a:prstDash val="solid"/>
          </a:ln>
        </p:spPr>
      </p:sp>
      <p:pic>
        <p:nvPicPr>
          <p:cNvPr id="7" name="Image 1" descr="or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632" y="1540964"/>
            <a:ext cx="5440680" cy="249591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199632" y="4325112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86272"/>
                </a:solidFill>
              </a:rPr>
              <a:t>Orders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548640" y="4663440"/>
            <a:ext cx="3575304" cy="16179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48640" y="466344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21792" y="4754880"/>
            <a:ext cx="3429000" cy="14899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2457D6"/>
                </a:solidFill>
              </a:rPr>
              <a:t>Access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Separate page behind Supabase Auth.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4306824" y="4663440"/>
            <a:ext cx="3575304" cy="16179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306824" y="466344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379976" y="4754880"/>
            <a:ext cx="3429000" cy="14899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6B3FA0"/>
                </a:solidFill>
              </a:rPr>
              <a:t>11 tabs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Dashboard, products, orders, customers, leads, loyalty, offers, campaigns, reminders, corporate, best sellers.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8065008" y="4663440"/>
            <a:ext cx="3575304" cy="1617980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65008" y="466344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138160" y="4754880"/>
            <a:ext cx="3429000" cy="1489964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rgbClr val="17714A"/>
                </a:solidFill>
              </a:rPr>
              <a:t>Operations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161B22"/>
                </a:solidFill>
              </a:rPr>
              <a:t>Product CRUD with image upload, status updates, printable invoices, CSV export.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777240" y="320040"/>
            <a:ext cx="10881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61B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and growth features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280160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Today's deal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Offer with countdown loaded from the offers table.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4306824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06824" y="1280160"/>
            <a:ext cx="3575304" cy="64008"/>
          </a:xfrm>
          <a:prstGeom prst="rect">
            <a:avLst/>
          </a:prstGeom>
          <a:solidFill>
            <a:srgbClr val="17714A"/>
          </a:solidFill>
          <a:ln w="12700">
            <a:solidFill>
              <a:srgbClr val="17714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79976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17714A"/>
                </a:solidFill>
              </a:rPr>
              <a:t>Reviews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Star rating and text saved to the reviews table.</a:t>
            </a:r>
            <a:endParaRPr lang="en-US" sz="2300" dirty="0"/>
          </a:p>
        </p:txBody>
      </p:sp>
      <p:sp>
        <p:nvSpPr>
          <p:cNvPr id="9" name="Shape 7"/>
          <p:cNvSpPr/>
          <p:nvPr/>
        </p:nvSpPr>
        <p:spPr>
          <a:xfrm>
            <a:off x="8065008" y="1280160"/>
            <a:ext cx="3575304" cy="2214753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1280160"/>
            <a:ext cx="3575304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38160" y="1371600"/>
            <a:ext cx="3429000" cy="2086737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6B3FA0"/>
                </a:solidFill>
              </a:rPr>
              <a:t>Wishlist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Heart toggle stored in localStorage.</a:t>
            </a:r>
            <a:endParaRPr lang="en-US" sz="2300" dirty="0"/>
          </a:p>
        </p:txBody>
      </p:sp>
      <p:sp>
        <p:nvSpPr>
          <p:cNvPr id="12" name="Shape 10"/>
          <p:cNvSpPr/>
          <p:nvPr/>
        </p:nvSpPr>
        <p:spPr>
          <a:xfrm>
            <a:off x="548640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677793"/>
            <a:ext cx="3575304" cy="64008"/>
          </a:xfrm>
          <a:prstGeom prst="rect">
            <a:avLst/>
          </a:prstGeom>
          <a:solidFill>
            <a:srgbClr val="B8520A"/>
          </a:solidFill>
          <a:ln w="12700">
            <a:solidFill>
              <a:srgbClr val="B8520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8520A"/>
                </a:solidFill>
              </a:rPr>
              <a:t>QR codes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Website, WhatsApp and catalog QR codes, drawn by the external api.qrserver.com image service.</a:t>
            </a:r>
            <a:endParaRPr lang="en-US" sz="2300" dirty="0"/>
          </a:p>
        </p:txBody>
      </p:sp>
      <p:sp>
        <p:nvSpPr>
          <p:cNvPr id="15" name="Shape 13"/>
          <p:cNvSpPr/>
          <p:nvPr/>
        </p:nvSpPr>
        <p:spPr>
          <a:xfrm>
            <a:off x="4306824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06824" y="3677793"/>
            <a:ext cx="3575304" cy="64008"/>
          </a:xfrm>
          <a:prstGeom prst="rect">
            <a:avLst/>
          </a:prstGeom>
          <a:solidFill>
            <a:srgbClr val="2457D6"/>
          </a:solidFill>
          <a:ln w="12700">
            <a:solidFill>
              <a:srgbClr val="2457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79976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2457D6"/>
                </a:solidFill>
              </a:rPr>
              <a:t>Gift reminders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Birthday and anniversary subscriptions saved to Supabase.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8065008" y="3677793"/>
            <a:ext cx="3575304" cy="2540127"/>
          </a:xfrm>
          <a:prstGeom prst="rect">
            <a:avLst/>
          </a:prstGeom>
          <a:solidFill>
            <a:srgbClr val="FFFFFF"/>
          </a:solidFill>
          <a:ln w="9525">
            <a:solidFill>
              <a:srgbClr val="D9DE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65008" y="3677793"/>
            <a:ext cx="3575304" cy="64008"/>
          </a:xfrm>
          <a:prstGeom prst="rect">
            <a:avLst/>
          </a:prstGeom>
          <a:solidFill>
            <a:srgbClr val="B3261E"/>
          </a:solidFill>
          <a:ln w="12700">
            <a:solidFill>
              <a:srgbClr val="B326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138160" y="3769233"/>
            <a:ext cx="3429000" cy="2412111"/>
          </a:xfrm>
          <a:prstGeom prst="rect">
            <a:avLst/>
          </a:prstGeom>
          <a:noFill/>
          <a:ln/>
        </p:spPr>
        <p:txBody>
          <a:bodyPr wrap="square" lIns="25400" tIns="76200" rIns="76200" bIns="254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2300" b="1" dirty="0">
                <a:solidFill>
                  <a:srgbClr val="B3261E"/>
                </a:solidFill>
              </a:rPr>
              <a:t>Corporate enquiry</a:t>
            </a:r>
            <a:endParaRPr lang="en-US" sz="2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2100" dirty="0">
                <a:solidFill>
                  <a:srgbClr val="161B22"/>
                </a:solidFill>
              </a:rPr>
              <a:t>Bulk order form with GST option stored for follow-up.</a:t>
            </a:r>
            <a:endParaRPr lang="en-US" sz="2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00800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862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siArts">
  <a:themeElements>
    <a:clrScheme name="SasiArts">
      <a:dk1>
        <a:srgbClr val="161B22"/>
      </a:dk1>
      <a:lt1>
        <a:srgbClr val="FFFFFF"/>
      </a:lt1>
      <a:dk2>
        <a:srgbClr val="334155"/>
      </a:dk2>
      <a:lt2>
        <a:srgbClr val="F6F7F9"/>
      </a:lt2>
      <a:accent1>
        <a:srgbClr val="2457D6"/>
      </a:accent1>
      <a:accent2>
        <a:srgbClr val="B8520A"/>
      </a:accent2>
      <a:accent3>
        <a:srgbClr val="17714A"/>
      </a:accent3>
      <a:accent4>
        <a:srgbClr val="6B3FA0"/>
      </a:accent4>
      <a:accent5>
        <a:srgbClr val="B3261E"/>
      </a:accent5>
      <a:accent6>
        <a:srgbClr val="0E7490"/>
      </a:accent6>
      <a:hlink>
        <a:srgbClr val="2457D6"/>
      </a:hlink>
      <a:folHlink>
        <a:srgbClr val="6B3FA0"/>
      </a:folHlink>
    </a:clrScheme>
    <a:fontScheme name="SasiArts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Features, Customization and Admin – Sasi Arts</dc:title>
  <dc:subject>PptxGenJS Presentation</dc:subject>
  <dc:creator>P. Bharath Kumar</dc:creator>
  <cp:lastModifiedBy>P. Bharath Kumar</cp:lastModifiedBy>
  <cp:revision>1</cp:revision>
  <dcterms:created xsi:type="dcterms:W3CDTF">2026-10-08T04:00:02Z</dcterms:created>
  <dcterms:modified xsi:type="dcterms:W3CDTF">2026-10-08T04:00:02Z</dcterms:modified>
</cp:coreProperties>
</file>
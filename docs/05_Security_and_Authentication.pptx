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urity" id="{0999c74d-c5cb-ef82-880e-855675b1345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Interviewers often ask "is your anon key a secret?"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role caveat before they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Bucket-level MIME and size limits are real server-side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you found these is a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by impact on money and personal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15 in the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Security and Authentication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Security and Authentication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3261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Security and Authentication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What is protected, what is exposed by design, and what to fix next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Secrets and public keys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Admin authentication and authorization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Payment and upload security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Known vulnerabilities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Hardening plan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Protecting customer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private versus public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33335"/>
                <a:gridCol w="3300002"/>
                <a:gridCol w="4858336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Safe because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Razorpay key_secret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Vercel environment variable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Never sent to the browser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Razorpay key 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js/config.js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by design; cannot create valid signatures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Supabase anon 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js/config.js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by design; protected by row-level security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EmailJS public 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js/config.js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key for browser use; template abuse is a risk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Admin JWT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sessionStorage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Cleared when the tab closes; sent as Bearer token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Admin password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Supabase Auth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Handled by Supabase, never stored in code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Login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signInWithPassword (supabase-js v2)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JWT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Saved in sessionStorage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API calls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Authorization: Bearer token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RLS check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auth.role() = authenticated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Reload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panel calls getUser(token) to validate the saved token; invalid tokens are removed.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582926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Separate admin page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admin/index.html and admin.js are not loaded by the public storefront.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582926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Important caveat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Policies check "authenticated", not a specific admin role. Disable public sign-ups so only the owner can authenticate.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upload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Payment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HMAC-SHA256 verification on the server with the secret from environment variables.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Upload: bucket limits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products bucket allows only JPEG, PNG, WebP and GIF and a 10 MB maximum (storage.sql).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Upload: client checks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page checks file size (10 MB) and image type before uploading.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77793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Upload gap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Anyone can upload to the bucket (public insert policy). No malware or content scan and no rate limit.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677793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Update and delete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Restricted to authenticated users by storage policies.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677793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File names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Generated by generateFilePath, so user file names are not trusted.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 (be candid)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33335"/>
                <a:gridCol w="4308335"/>
                <a:gridCol w="3850002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Public SELECT on orders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Customer names, phones and addresses readable with the anon 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Lookup by ID plus phone through a restricted function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Client-supplied amount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Cheaper order can be created and paid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Recompute total on the server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CORS * and open proxy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Any site can call APIs; proxy relays any REST path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Origin allow-list; allow-list tables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innerHTML with user text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Script injection in the browser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Escape output or use textContent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Public inserts, no rate limit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Spam orders, leads and uploads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CAPTCHA and rate limiting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Any authenticated user is admin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Privilege escalation if sign-ups are 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Role claim in policies; disable sign-ups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Priority 1 (this week)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Server-side pricing, restrict orders SELECT, disable Supabase sign-ups, escape dynamic HTML.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Priority 2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CORS allow-list, proxy table allow-list, Razorpay webhook, rate limiting.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Priority 3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Security headers (CSP), dependency audit, monitoring and alerts, backups.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Process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Add automated tests and a GitHub Actions pipeline to run checks on every push.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customer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Collect less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Store only what delivery and invoicing need.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Restrict reads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 anonymous bulk reads; tracking by ID plus phone number.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Transport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HTTPS by default on Vercel and Supabase.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77793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Admin access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Role-based policies, strong passwords, MFA if available, logout clears the token.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677793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Retention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Delete old leads and orders on a schedule; export CSV only when needed.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677793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Logging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Audit admin changes to orders and products.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and Authentication – Sasi Arts</dc:title>
  <dc:subject>PptxGenJS Presentation</dc:subject>
  <dc:creator>P. Bharath Kumar</dc:creator>
  <cp:lastModifiedBy>P. Bharath Kumar</cp:lastModifiedBy>
  <cp:revision>1</cp:revision>
  <dcterms:created xsi:type="dcterms:W3CDTF">2026-10-08T04:00:01Z</dcterms:created>
  <dcterms:modified xsi:type="dcterms:W3CDTF">2026-10-08T04:00:01Z</dcterms:modified>
</cp:coreProperties>
</file>